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Parameter Configuration &amp; L2 Creative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How AI Temperature Settings Shape DDL Scaffolding in Poetry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Research Question &amp; Experimental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🔍 Does parameter manipulation enable dynamic DDL scaffolding?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📊 2×2 Experimental Design (N=10):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Structured parameters (Temp 0.3, Top-p 0.4) vs.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Exploratory parameters (Temp 0.8, Top-p 0.9)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Awareness condition (aware vs. unaware)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Three Interaction Types: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Type A: Constraint Repair (corrective feedback)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Type B: Exemplar Giving (preset options)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Type C: Surprise Harvest (unexpected ideas)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Major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📈 7× Increase in Type C Interactions: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Structured: 5% Type C, 60% Type A, 35% Type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Exploratory: 35% Type C, 20% Type A, 45% Type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χ² = 24.3, p &lt; .001 (highly significant)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⚠️  The "Helpful but Alienating" Paradox: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78% rated Type B as "most helpful"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But Type B negatively correlated with authorship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Structured rooms: avg 28% self-authorship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Exploratory rooms: avg 48% self-authorship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✨ Type C Enables Ownership: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Participant preferring Type C reported 80% authorship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Implications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🎯 Parameter Literacy as Essential Competence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Educators must understand how temperature shapes pedagogy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🔄 Parameter Configuration as Pedagogical Lever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AI evolves from pattern-enforcer to pattern-extender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📚 DDL's Evolution, Not Death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AI preserves constructivist discovery when configured for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Type C interactions (exploratory parameters)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💡 Key Insight: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The difference between alienation and authorship may hinge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on adjusting a temperature setting from 0.3 to 0.8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2D55"/>
                </a:solidFill>
              </a:defRPr>
            </a:pPr>
            <a:r>
              <a:t>The Research Platform: poetry.aitutor.ink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25400">
            <a:solidFill>
              <a:srgbClr val="192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🏗️ Purpose-Built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Custom poetry writing platform (not commercial AI tool)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Transparent experimental laboratory with full parameter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🎨 Design Principles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Guide, not ghostwriter: AI as writing coach &amp; collaborator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Parameters exposed as pedagogical variables (not hidden)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Prompt-designed to support all 3 interaction types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Response limit: 40-80 words (prevent overwhelming)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🔬 Research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Complete interaction logging: every keystroke, revision, suggestion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4 Virtual rooms with different parameter configurations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Identical prompts, only parameters vary (clean experiment)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  • Built with Python/Flask + OpenRouter API + Claude Sonnet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