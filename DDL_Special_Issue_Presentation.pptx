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1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poetry.aitutor.ink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Parameter Configuration &amp; L2 Creative 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How AI </a:t>
            </a:r>
            <a:r>
              <a:rPr lang="en-GB"/>
              <a:t>Parameter Settings</a:t>
            </a:r>
            <a:r>
              <a:t> Shape DDL Scaffolding in Poetry</a:t>
            </a:r>
          </a:p>
        </p:txBody>
      </p:sp>
      <p:pic>
        <p:nvPicPr>
          <p:cNvPr id="4" name="图片 3" descr="HKB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185420"/>
            <a:ext cx="1774825" cy="1419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18640" y="5299710"/>
            <a:ext cx="52724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zh-CN">
                <a:solidFill>
                  <a:schemeClr val="bg1"/>
                </a:solidFill>
              </a:rPr>
              <a:t>Presenter: Yu Ruobin</a:t>
            </a:r>
            <a:endParaRPr lang="en-GB" altLang="zh-CN">
              <a:solidFill>
                <a:schemeClr val="bg1"/>
              </a:solidFill>
            </a:endParaRPr>
          </a:p>
          <a:p>
            <a:r>
              <a:rPr lang="en-GB" altLang="zh-CN">
                <a:solidFill>
                  <a:schemeClr val="bg1"/>
                </a:solidFill>
              </a:rPr>
              <a:t>Affiliation: English Department, FASS, HongKong Baptist University</a:t>
            </a:r>
            <a:endParaRPr lang="en-GB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11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Research Question &amp; Experimental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646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🔍 </a:t>
            </a:r>
            <a:r>
              <a:rPr lang="en-US" sz="1600"/>
              <a:t>How d</a:t>
            </a:r>
            <a:r>
              <a:rPr sz="1600"/>
              <a:t>oes parameter manipulation enable dynamic DDL scaffolding?</a:t>
            </a:r>
            <a:endParaRPr sz="16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endParaRPr sz="16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📊 2×2 Experimental Design (N=10):</a:t>
            </a:r>
            <a:endParaRPr sz="16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  • Structured parameters (Temp 0.3, Top-p 0.4) vs.</a:t>
            </a:r>
            <a:r>
              <a:rPr lang="en-GB" sz="1600"/>
              <a:t> </a:t>
            </a:r>
            <a:r>
              <a:rPr sz="1600"/>
              <a:t> Exploratory parameters (Temp 0.8, Top-p 0.9)</a:t>
            </a:r>
            <a:endParaRPr sz="16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  • Awareness condition (aware vs. unaware)</a:t>
            </a:r>
            <a:endParaRPr sz="16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endParaRPr sz="16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Three Interaction Types:</a:t>
            </a:r>
            <a:endParaRPr sz="16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  • Type A: Constraint Repair (corrective feedback)</a:t>
            </a:r>
            <a:endParaRPr sz="16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  • Type B: Exemplar Giving (preset options)</a:t>
            </a:r>
            <a:endParaRPr sz="16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  • Type C: Surprise Harvest (unexpected ideas)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7650" y="1811020"/>
            <a:ext cx="7974330" cy="4394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🏗️ Purpose-Built Infrastructure</a:t>
            </a:r>
            <a:endParaRPr sz="1200"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  • Custom poetry writing platform (not commercial AI tool)</a:t>
            </a:r>
            <a:endParaRPr sz="1200"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  • Transparent experimental laboratory with full parameter control</a:t>
            </a:r>
            <a:endParaRPr sz="1200"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endParaRPr lang="zh-CN" altLang="en-US"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🎨 Design Principles</a:t>
            </a:r>
            <a:endParaRPr sz="1200"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  • Guide, not ghostwriter: AI as writing coach &amp; collaborator</a:t>
            </a:r>
            <a:endParaRPr sz="1200"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  • Parameters exposed as pedagogical variables (not hidden)</a:t>
            </a:r>
            <a:endParaRPr sz="1200"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  • Prompt-designed to support all 3 interaction types</a:t>
            </a:r>
            <a:endParaRPr lang="zh-CN" altLang="en-US"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🔬 Research Features</a:t>
            </a:r>
            <a:endParaRPr sz="1200"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  • Complete interaction logging: every keystroke, revision, suggestion</a:t>
            </a:r>
            <a:endParaRPr sz="1200"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  • 4 Virtual rooms with different parameter configurations</a:t>
            </a:r>
            <a:endParaRPr sz="1200"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  • Identical prompts, only parameters vary (clean experiment)</a:t>
            </a:r>
            <a:endParaRPr lang="zh-CN" altLang="en-US" sz="12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0185" y="288290"/>
            <a:ext cx="8361680" cy="1522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4000" b="1">
                <a:solidFill>
                  <a:srgbClr val="192D55"/>
                </a:solidFill>
              </a:defRPr>
            </a:pPr>
            <a:r>
              <a:rPr lang="en-US" altLang="zh-CN" u="sng">
                <a:sym typeface="+mn-ea"/>
              </a:rPr>
              <a:t>T</a:t>
            </a:r>
            <a:r>
              <a:rPr lang="en-US" altLang="zh-CN" u="sng">
                <a:sym typeface="+mn-ea"/>
              </a:rPr>
              <a:t>he Research Platform: </a:t>
            </a:r>
            <a:endParaRPr lang="en-US" altLang="zh-CN" u="sng">
              <a:sym typeface="+mn-ea"/>
            </a:endParaRPr>
          </a:p>
          <a:p>
            <a:pPr>
              <a:defRPr sz="4000" b="1">
                <a:solidFill>
                  <a:srgbClr val="192D55"/>
                </a:solidFill>
              </a:defRPr>
            </a:pPr>
            <a:r>
              <a:rPr lang="en-US" altLang="zh-CN" u="sng">
                <a:sym typeface="+mn-ea"/>
                <a:hlinkClick r:id="rId1" tooltip="" action="ppaction://hlinkfile"/>
              </a:rPr>
              <a:t>https://poetry.aitutor.ink/</a:t>
            </a:r>
            <a:endParaRPr lang="zh-CN" altLang="en-US" u="sng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Major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334760" cy="3687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📈 7× Increase in Type C Interactions: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• Structured: 5% Type C, 60% Type A, 35% Type B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• Exploratory: 35% Type C, 20% Type A, 45% Type B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• χ² = 24.3, p &lt; .001 (highly significant)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⚠️  The "Helpful but Alienating" Paradox: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• 78% rated Type B as "most helpful"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• But Type B negatively correlated with authorship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• Structured rooms: avg 28% self-authorship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• Exploratory rooms: avg 48% self-authorship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✨ Type C Enables Ownership: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• Participant preferring Type C reported 80% authorship</a:t>
            </a:r>
            <a:endParaRPr sz="12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80160"/>
            <a:ext cx="3291840" cy="20275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180" y="3637280"/>
            <a:ext cx="4396740" cy="175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Implications &amp;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67798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🎯 Parameter Literacy as Essential Competence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Educators must understand how temperature shapes pedagogy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🔄 Parameter Configuration as Pedagogical Lever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AI evolves from pattern-enforcer to pattern-extender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📚 DDL's Evolution, Not Death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AI preserves constructivist discovery when configured for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Type C interactions (exploratory parameters)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💡 Key Insight: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The difference between alienation and authorship may hinge</a:t>
            </a:r>
            <a:endParaRPr sz="120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rPr sz="1200"/>
              <a:t>  on adjusting a temperature setting from 0.3 to 0.8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</Words>
  <Application>WPS 演示</Application>
  <PresentationFormat>On-screen Show (4:3)</PresentationFormat>
  <Paragraphs>68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Ruobin Yu</cp:lastModifiedBy>
  <cp:revision>2</cp:revision>
  <dcterms:created xsi:type="dcterms:W3CDTF">2013-01-27T09:14:00Z</dcterms:created>
  <dcterms:modified xsi:type="dcterms:W3CDTF">2026-01-05T07:20:02Z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083A14D7AB5E4ADBB3040DFE741A0BF2_12</vt:lpwstr>
  </property>
</Properties>
</file>