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94178"/>
                </a:solidFill>
              </a:defRPr>
            </a:pPr>
            <a:r>
              <a:t>Using PoetryAI Platform for Creative 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DC143C"/>
                </a:solidFill>
              </a:defRPr>
            </a:pPr>
            <a:r>
              <a:t>CCL Seminar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8000"/>
                </a:solidFill>
              </a:defRPr>
            </a:pPr>
            <a:r>
              <a:t>2-Hour CCL Credit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178"/>
                </a:solidFill>
              </a:defRPr>
            </a:pPr>
            <a:r>
              <a:t>Welcome to 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Explore how AI supports creative writing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Navigate the PoetryAI platform interface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Discover different AI interaction styles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Reflect on creativity &amp; authorship with AI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Develop practical literacy in AI-assisted writing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178"/>
                </a:solidFill>
              </a:defRPr>
            </a:pPr>
            <a:r>
              <a:t>What is PoetryAI?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An AI-powered platform designed for creative writing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Offers real-time support for poetry composition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Provides flexible assistance—from structure to inspiration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Helps you explore different writing styles &amp; forms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Platform: poetry.aitutor.ink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178"/>
                </a:solidFill>
              </a:defRPr>
            </a:pPr>
            <a:r>
              <a:t>Today's Schedule (120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t>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Platform Orientation &amp;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t>40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103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AI-Assisted Poetry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t>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834639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Exploration &amp;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t>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566159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Reflection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t>20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297679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Q&amp;A &amp; Research Data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178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AI is changing how we create and learn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Understanding AI tools expands your creative possibilities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This seminar bridges L2 learning and creative expression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You'll gain practical skills applicable beyond poetry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Your feedback helps shape future AI education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