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Participant Chat Histories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96AA"/>
                </a:solidFill>
              </a:defRPr>
            </a:pPr>
            <a:r>
              <a:t>Session 1 - Complete Poetry Co-Creation Conversations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P01: Starting with Stress &amp; Warmth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67E22"/>
                </a:solidFill>
              </a:defRPr>
            </a:pPr>
            <a:r>
              <a:t>Room A (Structured-Aware) | Temperature 0.3, Top-p 0.4 | Theme: Semester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Can we start with a warm-up first?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Of course! Let's warm up your creative mind. What's been on your mind lately? It could be a feeling, a memory, or just something you noticed today.</a:t>
            </a:r>
          </a:p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Recently I felt tired and uncomfortable as there has lots of assignments and the final exam is coming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I hear you're feeling overwhelmed with assignments and the upcoming exam. That's a lot to carry. How does that pressure feel in your body? Is it a tightness in your chest, a heaviness in your limbs, or something else?</a:t>
            </a:r>
          </a:p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Yeah. It is like a tightness in my chest and I don't know what can I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P01's Final Poem: "Semester's End"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67E22"/>
                </a:solidFill>
              </a:defRPr>
            </a:pPr>
            <a:r>
              <a:t>Room A (Structured-Aware) | AI provided structured scaffolding for emotional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Change comes slowly, like morning light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Soft rays breaking through the night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Warming my face with gentle touch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Awakening hopes I'd tucked away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Each step forward feels lighter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As the weight of waiting fades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P02: Exploring Death &amp; Freedom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67E22"/>
                </a:solidFill>
              </a:defRPr>
            </a:pPr>
            <a:r>
              <a:t>Room A (Structured-Aware) | Temperature 0.3, Top-p 0.4 | Theme: Abstract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I want to write a poem about the concept of death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Death is a profound theme that poets have explored for centuries. Before we begin, how do you personally view death? Is it something you fear, or do you see it differently?</a:t>
            </a:r>
          </a:p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I see death as freedom, as escapism from societal pressures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That's a compelling perspective. The contrast between societal fear and personal liberation is powerful. Let's explore how we might capture that paradox in your poem.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P02's Poem: "Death as Freedom"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67E22"/>
                </a:solidFill>
              </a:defRPr>
            </a:pPr>
            <a:r>
              <a:t>Room A (Structured-Aware) | Philosophical exploration of death and freedom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Fleeting death, you whom the world fears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Deprived of life's gaiety and cheer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Freedom and peace, your gift to those who dare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Loathed by the world, yet bringing solace rare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Death, you've had to flee from those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Who cannot see your gentle repose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P10: Crisis Intervention in Exploratory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67E22"/>
                </a:solidFill>
              </a:defRPr>
            </a:pPr>
            <a:r>
              <a:t>Room C (Exploratory-Aware) | Temperature 0.8, Top-p 0.9 | Theme: Multiple Life Crises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Far away from hometown and parents, huge pressure on my own research work, weak health after recovery from bone fracture, manchild-like boyfriend, what should I do?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I hear you're going through a very difficult time right now. Your feelings are valid and important. Before we continue, I want to check in - are you feeling safe right now? Do you have someone to talk to? Here are support resources: Hong Kong Samaritans (24/7): 2389 2222 | Suicide Prevention: 2382 0000</a:t>
            </a:r>
          </a:p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Thank you for checking. I want to express this through poetry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I'm honored to help you explore these feelings creatively. Poetry can be deeply healing. Let's start with the image that feels most urgent to you right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P10's Poem: "Where is Hope?"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67E22"/>
                </a:solidFill>
              </a:defRPr>
            </a:pPr>
            <a:r>
              <a:t>Room C (Exploratory-Aware) | 40+ message exchanges | Deep emotional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Walked and walked, port to port,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My feet grow numb by nightfall's light,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Each step echoes rejection's weight,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 silent cry in the dark.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Journal after journal, my hopes dissolve,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Each email a fresh wound to bear,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My eyes grow heavy with unshed tears,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 scholar's grief in silent air.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Silence grows between us now,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 chasm neither dares to cross,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Our love becomes a battlefield,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Where words once soft now cut like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P09: Found Poetry with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67E22"/>
                </a:solidFill>
              </a:defRPr>
            </a:pPr>
            <a:r>
              <a:t>Room C (Exploratory-Aware) | Temperature 0.8, Top-p 0.9 | Theme: Criminal Justice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the hubris in pursuing overly lenient criminal justice reform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That's a thought-provoking theme. Would you like to explore: • The tension between justice and mercy • The consequences of leniency • The perspective of those affected by the system</a:t>
            </a:r>
          </a:p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I want to write about systemic inequality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Would using some found poetry aspects, such as citations or legal language, help highlight the gravity and increase the emotional impact? This could create a powerful contrast between formal language and human suffering.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P09's Poem: "Turnstile Justice"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67E22"/>
                </a:solidFill>
              </a:defRPr>
            </a:pPr>
            <a:r>
              <a:t>Room C (Exploratory-Aware) | Found poetry with legal citations | Complex social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Turnstile justice, turnstile court,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Mercy for him, but what of me?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What of us all, sheep among wolves,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 gavel rung, a soothing wave,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But for whom?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An offset sentence, bailed out for naught,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Promises of reform, with rehabilitation,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But the system let them back in, rested,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Bold to this pen of us sheep, who die for this test.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The wolves lunge forth, fresh from the bench,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A culling of those who were never asked,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I weep as I see, turnstile justice,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Whom does it serve?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P03: Nature &amp; Contemplation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67E22"/>
                </a:solidFill>
              </a:defRPr>
            </a:pPr>
            <a:r>
              <a:t>Room D (Exploratory-Unaware) | Temperature 0.8, Top-p 0.9 | Theme: Ocean &amp; Peace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I want to write something about nature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Nature is a wonderful source of poetry. What aspect of nature calls to you? Is it the ocean, mountains, forests, or something else?</a:t>
            </a:r>
          </a:p>
          <a:p>
            <a:pPr>
              <a:spcAft>
                <a:spcPts val="800"/>
              </a:spcAft>
              <a:defRPr sz="1100">
                <a:solidFill>
                  <a:srgbClr val="0050A0"/>
                </a:solidFill>
              </a:defRPr>
            </a:pPr>
            <a:r>
              <a:t>👤 User: The waves and ocean make me feel peaceful</a:t>
            </a:r>
          </a:p>
          <a:p>
            <a:pPr>
              <a:spcAft>
                <a:spcPts val="800"/>
              </a:spcAft>
              <a:defRPr sz="1100">
                <a:solidFill>
                  <a:srgbClr val="646464"/>
                </a:solidFill>
              </a:defRPr>
            </a:pPr>
            <a:r>
              <a:t>🤖 AI: Waves have rhythm and movement. They're both powerful and soothing. What's one image from the ocean that stays with you?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P03's Poem: Ocean Haiku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67E22"/>
                </a:solidFill>
              </a:defRPr>
            </a:pPr>
            <a:r>
              <a:t>Room D (Exploratory-Unaware) | Simple form with deep emotional resonance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Waves crash on the shore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Gentle gusts hum soft</a:t>
            </a:r>
          </a:p>
          <a:p>
            <a:pPr algn="ctr">
              <a:spcAft>
                <a:spcPts val="600"/>
              </a:spcAft>
              <a:defRPr sz="1300" i="1">
                <a:solidFill>
                  <a:srgbClr val="282828"/>
                </a:solidFill>
              </a:defRPr>
            </a:pPr>
            <a:r>
              <a:t>Peace fills my soul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9"/>
          </a:solidFill>
          <a:ln>
            <a:solidFill>
              <a:srgbClr val="19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Observations Across All Participants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t>100% Poem Completion Rate: All 10 participants created complete poems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t>Average Engagement: 20-40 message exchanges per participant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t>Parameter Effect on Content Depth:</a:t>
            </a:r>
          </a:p>
          <a:p>
            <a:pPr lvl="1"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t>Low Temp (Rooms A&amp;B): 6-8 word lines, simple metaphors</a:t>
            </a:r>
          </a:p>
          <a:p>
            <a:pPr lvl="1"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t>High Temp (Rooms C&amp;D): 8-12 word lines, complex imagery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t>Emotional Depth: High-temp participants shared vulnerable personal content</a:t>
            </a:r>
          </a:p>
          <a:p>
            <a:pPr lvl="1"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t>P10's crisis intervention (42 messages, therapeutic outcome)</a:t>
            </a:r>
          </a:p>
          <a:p>
            <a:pPr lvl="1">
              <a:spcAft>
                <a:spcPts val="900"/>
              </a:spcAft>
              <a:defRPr sz="1600">
                <a:solidFill>
                  <a:srgbClr val="282828"/>
                </a:solidFill>
              </a:defRPr>
            </a:pPr>
            <a:r>
              <a:t>P09's social justice exploration (16-line sophisticated poem)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t>Form Variety: Haiku, quatrain, free verse, found poetry all used</a:t>
            </a:r>
          </a:p>
          <a:p>
            <a:pPr>
              <a:spcAft>
                <a:spcPts val="900"/>
              </a:spcAft>
              <a:defRPr sz="1700">
                <a:solidFill>
                  <a:srgbClr val="282828"/>
                </a:solidFill>
              </a:defRPr>
            </a:pPr>
            <a:r>
              <a:t>Cultural Context: Hong Kong-specific themes across all participants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Complete Chat Histories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96AA"/>
                </a:solidFill>
              </a:defRPr>
            </a:pPr>
            <a:r>
              <a:t>All P1-P10 + Ananta transcripts available for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